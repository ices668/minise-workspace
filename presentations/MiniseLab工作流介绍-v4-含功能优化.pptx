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MiniseLab 工作流介绍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1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从需求到交付，围绕 Stitch 设计链路做标准化协作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目标：让 Boss、设计阶段、工程阶段的分工更清晰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重点升级：把 Stitch 相关 skill 的职责、顺序、交付物讲透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v4 · Stitch skill 说明增强版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为什么重点讲 Stitch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Stitch 不是单个工具，而是一条 UI 产出流水线的起点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它负责把 Boss 的模糊想法，快速变成可截图、可确认、可下载 HTML 的设计稿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后续前端工程化是否顺畅，取决于前面这套 skill 是否配合正确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核心价值：先把设计真相固定下来，再谈还原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Stitch 设计阶段必用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3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1. enhance-prompt：把原始需求补全成高质量 Stitch prompt，明确设备、风格、配色、页面结构，且强制所有文案使用中文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2. stitch-designer：真正执行设计生成、截图、收集 Boss 反馈、迭代页面，是 Stitch 设计阶段的主控 skill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3. design-md：在 Boss 确认设计稿后，提炼统一设计系统，沉淀 DESIGN.md，保证后续新增页面风格一致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这三个是设计阶段的固定组合，不要跳步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完整工作流：从需求到设计确认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4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1｜Boss 提需求：先确认页面清单、设备类型、风格方向，不猜测不脑补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2｜enhance-prompt 优化：把一句话需求变成结构化 prompt，写清 Header / Hero / Content / Footer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3｜stitch-designer 生成：每个页面只调用一次生成，避免重复草稿污染项目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4｜截图发 Boss：统一高清截图，让 Boss 基于视觉结果确认，不在口头描述里反复来回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5｜反馈迭代：优先 edit_screens 做修改，不随便重新 generate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Step 6｜Boss 确认后：再生成 DESIGN.md，并下载 HTML 交棒工程阶段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原则：设计先闭环，工程后启动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每个 Skill 的交付物是什么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5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enhance-prompt 的输出：高质量 prompt 文本。它不产页面，但决定页面质量上限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stitch-designer 的输出：Stitch 项目、screen、截图、HTML 下载链接、.stitch/metadata.json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design-md 的输出：DESIGN.md，把颜色、字体、组件风格、布局规律沉淀下来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stitch-frontend（下一阶段）的输入：已经确认过的 HTML + DESIGN.md；它负责 1:1 手写还原成 React 工程，不负责重新设计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交付物清楚，协作边界才不会乱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为什么这套流程更稳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6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减少返工：先让 Boss 看图确认，再做工程，避免“代码写完才说不像”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保证一致性：DESIGN.md 让多页面项目持续沿用同一视觉语言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避免脏项目：stitch-designer 明确要求单页单次生成、优先编辑，减少重复草稿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方便交棒：设计阶段产出 HTML，工程阶段按 stitch-frontend 直接 1:1 还原，路径清晰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2C3440"/>
                </a:solidFill>
                <a:latin typeface="Microsoft YaHei"/>
              </a:rPr>
              <a:t>适合展示型项目：尤其适合只要 Demo、原型、提案展示，而不需要真实后端的场景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一句话：把不确定性消灭在设计阶段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213E"/>
                </a:solidFill>
                <a:latin typeface="Microsoft YaHei"/>
              </a:rPr>
              <a:t>给 Boss 的一句话版本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12680" y="841248"/>
            <a:ext cx="1463040" cy="384048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第 7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87282"/>
                </a:solidFill>
                <a:latin typeface="Microsoft YaHei"/>
              </a:rPr>
              <a:t>围绕 Stitch skill 的职责、顺序、交付物，把 MiniseLab 的设计协作流程讲清楚。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20240"/>
            <a:ext cx="108813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9728" cy="4526280"/>
          </a:xfrm>
          <a:prstGeom prst="rect">
            <a:avLst/>
          </a:prstGeom>
          <a:solidFill>
            <a:srgbClr val="247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9966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如果是 UI / 页面 / 原型需求：先走 Stitch 设计链路，不直接开写前端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固定顺序：enhance-prompt → stitch-designer → design-md → Boss 确认 → stitch-frontend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2C3440"/>
                </a:solidFill>
                <a:latin typeface="Microsoft YaHei"/>
              </a:rPr>
              <a:t>这样做的结果是：看得见、改得快、风格统一、工程还原不跑偏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223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476FF"/>
                </a:solidFill>
                <a:latin typeface="Microsoft YaHei"/>
              </a:rPr>
              <a:t>MiniseLab：先定设计真相，再做工程落地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