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OpenClaw 分享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把 OpenClaw 用成个人工作台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我的实战经验、工作流和技巧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从"会聊天"到"真能干活"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消息入口 + 工具编排 + 技能体系 + 工作流沉淀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公司内部分享 / 2026-03-13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分享目标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讲清 OpenClaw 到底能做什么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展示真实工作流，而非概念堆砌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给同事一套可直接参考的落地方法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价值判断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为什么值得用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它解决的不是一个点问题，而是一整段工作链路的断裂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工具太散：聊天、浏览器、终端、文档、文件夹来回切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上下文断裂：需求、资料、产出不在一个地方，很难连续推进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重复劳动高：同样的步骤每天都在重新解释、重新组织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OpenClaw 的价值：把消息、工具、记忆、自动化串成一个工作台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典型痛点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工具切换频繁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上下文容易断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重复劳动高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经验难沉淀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能力模型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我理解的 OpenClaw = 4 层能力栈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不是一个聊天框，而是一套分层能力体系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消息入口层：飞书等 IM 直接成为任务入口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工具执行层：文件、Shell、Browser、Docs、设备能力可直接调用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技能封装层：skill 把复杂能力变成可复用模块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工作流沉淀层：把成功打法固定下来，后面越来越快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四层关系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入口决定触发成本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工具决定执行力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技能决定复用率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工作流决定稳定性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当前实践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我现在的真实使用方式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不是演示环境，是我日常就在跑的实际配置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主通道：飞书直连，消息就是指令入口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主工作区：minise-workspace，所有产出统一落盘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主协作模式：对话驱动 + skill 调度 + 文件沉淀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关键原则：能复用的都写进 memory、skill、脚本和规则里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我的原则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消息即入口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文件要落盘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经验要沉淀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产出可追溯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流程视角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我的核心工作流（总览）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先判断任务类型，再走对应技能和交付路径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需求进入：Boss 在飞书直接下达任务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任务分流：信息检索 / 文档处理 / 设计展示 / 编码执行 / 自动化协作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能力选择：优先 skill，其次工具，再到脚本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产出沉淀：统一写入 workspace，必要时 push、回传、复盘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流程关键词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识别任务类型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匹配 skill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统一产出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回传与复盘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案例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案例 1：产品设计展示工作流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把需求、设计、确认、还原拆成阶段，避免返工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enhance-prompt：把模糊需求打磨成可执行 prompt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stitch-designer：先出设计稿，不急着写代码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design-md：从设计稿抽设计系统，沉淀规范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Boss 确认后，再进入 stitch-frontend 做工程还原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阶段好处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先确认视觉方向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减少无效开发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设计系统可复用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案例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案例 2：工程还原与交付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设计稿确认后再工程化，追求 1:1 还原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stitch-frontend：按设计稿手写还原，避免自动化破坏细节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shadcn-ui：做组件选型与集成，但不牺牲设计忠实度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GitHub/push 脚本：工作区产出统一同步，方便追溯与复用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铁律：图片保留、结构照抄、设计稿就是最终真相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交付原则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1:1 还原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图片不能丢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结构不能乱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代码可维护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案例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案例 3：知识整理与复杂文档交付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很多任务不是写系统，而是把复杂信息组织清楚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用户旅程图 / Road Map 项目：资料理解 + 结构梳理 + 图形表达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HTML 适合复杂排版展示，PDF 适合最终交付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OpenClaw 擅长做：资料消化、内容重组、格式切换、持续迭代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重点不是炫技，而是让信息表达更清楚、交付更快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经验结论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表达清楚很重要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格式切换是常态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先交付再优化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CCG 视角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从 CCG 视角看：为什么这套方式能持续进化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能力不是一次性 prompt，而是可组合、可编排、可沉淀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CCG 的价值在于：把单次回答升级成可持续执行系统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skill 像插件，workflow 像 SOP，memory 像组织经验库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一次做好一件事，不如把做成这件事的方法固定下来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长期看，提效的关键不是更强模型，而是更稳的组织方式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CCG 启发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能力可组合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流程可复制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经验可积累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系统会越用越顺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技能矩阵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我最常用的技能矩阵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每个 skill 都应该有清晰边界，而不是一股脑全用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enhance-prompt：把需求讲清楚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stitch-designer / design-md：出设计、沉淀设计系统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stitch-frontend / shadcn-ui：工程还原与组件集成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github / skill-vetter / browser / playwright：同步、安全检查、自动化执行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常用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enhance-prompt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stitch-designer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design-md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stitch-frontend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github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skill-vetter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方法论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真正有用的 8 个实战技巧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这些不是概念，是我现在已经在用的方法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1. 所有产出统一进 workspace，别让文件散落四处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2. 先定工作流，再让模型干活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3. 复杂任务拆阶段，别一口气让它全做完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4. 把经验写进 MEMORY.md、skill 和脚本里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5. 用 skill 代替重复解释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6. 用消息通道驱动任务，而不是频繁切工具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7. 对外动作谨慎，对内动作果断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8. 每次交付后顺手把方法沉淀下来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核心方法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统一工作区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拆阶段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写记忆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少重复解释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适用边界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哪些场景最适合上 OpenClaw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适合的场景越清楚，落地越顺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频繁跨工具的知识工作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需要沉淀个人或团队经验的方法型工作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重复型任务，但每次又带一点变化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强调边做边留痕、可追溯、可复盘的协作场景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0891B2"/>
          </a:solidFill>
          <a:ln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适用判断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跨工具任务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复杂知识工作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需要沉淀经验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需要可追溯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避坑经验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哪些坑我踩过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别把工具能力误以为就是完整工作流能力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工具能用，不代表流程就顺；流程不顺，越强的工具越乱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太早工程化，后面返工成本会很高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没有统一产出目录，结果就是到处找文件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截图、消息、附件格式要提前考虑，不然临门一脚翻车</a:t>
            </a:r>
          </a:p>
          <a:p>
            <a:pPr>
              <a:spcAft>
                <a:spcPts val="1000"/>
              </a:spcAft>
              <a:defRPr sz="1800">
                <a:solidFill>
                  <a:srgbClr val="1E293B"/>
                </a:solidFill>
              </a:defRPr>
            </a:pPr>
            <a:r>
              <a:t>平台能力存在边界，替代方案要预先准备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DC2626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避坑提醒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别过早工程化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别忽略交付格式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别让文件散落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别高估平台边界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一句话总结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OpenClaw 最强的不是回答问题，而是把做事的方法变成可执行系统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从助手，到工作台，到个人作战系统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真正的价值不是更像人，而是更像一个可靠的执行环境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把经验固化下来，后面的每一次交付都会更轻松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一句话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把做事的方法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变成一个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可执行、可复用、可迭代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的系统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11480"/>
            <a:ext cx="1645920" cy="411480"/>
          </a:xfrm>
          <a:prstGeom prst="roundRect">
            <a:avLst/>
          </a:prstGeom>
          <a:solidFill>
            <a:srgbClr val="E0F2FE"/>
          </a:solidFill>
          <a:ln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891B2"/>
                </a:solidFill>
              </a:rPr>
              <a:t>结束页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Q&amp;A / 可现场演示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47088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475569"/>
                </a:solidFill>
              </a:rPr>
              <a:t>如果要演示，我建议挑一条最短链路当场跑通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23160"/>
            <a:ext cx="7406640" cy="3794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飞书发一句需求，直接进入工作台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调用 skill 或工具执行一个真实动作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产出落到 workspace，再回传结果</a:t>
            </a:r>
          </a:p>
          <a:p>
            <a:pPr>
              <a:spcAft>
                <a:spcPts val="1000"/>
              </a:spcAft>
              <a:defRPr sz="2200">
                <a:solidFill>
                  <a:srgbClr val="1E293B"/>
                </a:solidFill>
              </a:defRPr>
            </a:pPr>
            <a:r>
              <a:t>最后展示 memory / skill / workflow 是如何形成闭环的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188720"/>
            <a:ext cx="3246120" cy="502920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1554480"/>
            <a:ext cx="2560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演示建议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148840"/>
            <a:ext cx="2514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挑最短链路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一步跑通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让观众看到闭环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